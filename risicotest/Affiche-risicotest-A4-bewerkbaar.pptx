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4730670a8242e1" /><Relationship Type="http://schemas.openxmlformats.org/officeDocument/2006/relationships/extended-properties" Target="/docProps/app.xml" Id="Rf6a6c54b50c54586" /><Relationship Type="http://schemas.openxmlformats.org/officeDocument/2006/relationships/officeDocument" Target="/ppt/presentation.xml" Id="R74f0d3c0c2ba40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6c1f489ca84497"/>
  </p:sldMasterIdLst>
  <p:notesMasterIdLst>
    <p:notesMasterId xmlns:r="http://schemas.openxmlformats.org/officeDocument/2006/relationships" r:id="Rd4c315c1027e4a86"/>
  </p:notesMasterIdLst>
  <p:sldIdLst>
    <p:sldId xmlns:r="http://schemas.openxmlformats.org/officeDocument/2006/relationships" id="256" r:id="R91f8825ed3e24019"/>
  </p:sldIdLst>
  <p:sldSz cx="7560000" cy="106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c772a70c24499a" /><Relationship Type="http://schemas.openxmlformats.org/officeDocument/2006/relationships/slideMaster" Target="/ppt/slideMasters/slideMaster1.xml" Id="R156c1f489ca84497" /><Relationship Type="http://schemas.openxmlformats.org/officeDocument/2006/relationships/notesMaster" Target="/ppt/notesMasters/notesMaster1.xml" Id="Rd4c315c1027e4a86" /><Relationship Type="http://schemas.openxmlformats.org/officeDocument/2006/relationships/presProps" Target="/ppt/presProps.xml" Id="R4ab6bf9f4042435d" /><Relationship Type="http://schemas.openxmlformats.org/officeDocument/2006/relationships/tableStyles" Target="/ppt/tableStyles.xml" Id="R4c082e15d8dd400e" /><Relationship Type="http://schemas.openxmlformats.org/officeDocument/2006/relationships/slide" Target="/ppt/slides/slide1.xml" Id="R91f8825ed3e240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c2e4bc237443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273fa9a2994e61" /><Relationship Type="http://schemas.openxmlformats.org/officeDocument/2006/relationships/notesMaster" Target="/ppt/notesMasters/notesMaster1.xml" Id="R83707e439b2342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f72c6349d46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6060b7e079455a" /><Relationship Type="http://schemas.openxmlformats.org/officeDocument/2006/relationships/slideLayout" Target="/ppt/slideLayouts/slideLayout1.xml" Id="R95cc9b2771dc4b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cc9b2771dc4b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634b761ec4058" /><Relationship Type="http://schemas.openxmlformats.org/officeDocument/2006/relationships/image" Target="/ppt/media/image.png" Id="Rc47fb6e833af42f7" /><Relationship Type="http://schemas.openxmlformats.org/officeDocument/2006/relationships/image" Target="/ppt/media/image2.png" Id="R176c6d7bc95a4257" /><Relationship Type="http://schemas.openxmlformats.org/officeDocument/2006/relationships/notesSlide" Target="/ppt/notesSlides/notesSlide1.xml" Id="R686ea06a07e84f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E5D86-896B-4ABA-9B05-3D46131D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0000" cy="106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0C018-F732-4B56-AEF3-00F6A60D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" y="279400"/>
            <a:ext cx="7001200" cy="3429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6FA4"/>
              </a:gs>
              <a:gs pos="100000">
                <a:srgbClr val="23A9E4"/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DIABETES LIGA MIDDEN-LIMBURG">
            <a:extLst xmlns:a="http://schemas.openxmlformats.org/drawingml/2006/main">
              <a:ext uri="{FF2B5EF4-FFF2-40B4-BE49-F238E27FC236}">
                <a16:creationId xmlns:a16="http://schemas.microsoft.com/office/drawing/2014/main" id="{63C42EF1-61FF-4E20-A209-6677711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785" y="519557"/>
            <a:ext cx="2924429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DIABETES LIGA MIDDEN-LIMBURG</a:t>
            </a:r>
          </a:p>
        </p:txBody>
      </p:sp>
      <p:sp>
        <p:nvSpPr>
          <p:cNvPr id="4" name="Geef je gezondheid">
            <a:extLst xmlns:a="http://schemas.openxmlformats.org/drawingml/2006/main">
              <a:ext uri="{FF2B5EF4-FFF2-40B4-BE49-F238E27FC236}">
                <a16:creationId xmlns:a16="http://schemas.microsoft.com/office/drawing/2014/main" id="{0AFCE143-017C-41A8-8100-09AE67B2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219" y="1029081"/>
            <a:ext cx="3503563" cy="478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Geef je gezondheid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9158FE08-196C-48F2-8568-4B1C5B19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00" y="1444371"/>
            <a:ext cx="1108776" cy="2294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minuut">
            <a:extLst xmlns:a="http://schemas.openxmlformats.org/drawingml/2006/main">
              <a:ext uri="{FF2B5EF4-FFF2-40B4-BE49-F238E27FC236}">
                <a16:creationId xmlns:a16="http://schemas.microsoft.com/office/drawing/2014/main" id="{1E3D4C71-145F-4C3C-96D1-46334CAD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28495"/>
            <a:ext cx="2454765" cy="90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minuut</a:t>
            </a:r>
          </a:p>
        </p:txBody>
      </p:sp>
      <p:sp>
        <p:nvSpPr>
          <p:cNvPr id="7" name="Een kleine moeite. Een belangrijke eerste stap.">
            <a:extLst xmlns:a="http://schemas.openxmlformats.org/drawingml/2006/main">
              <a:ext uri="{FF2B5EF4-FFF2-40B4-BE49-F238E27FC236}">
                <a16:creationId xmlns:a16="http://schemas.microsoft.com/office/drawing/2014/main" id="{7970E7DE-4B84-4CBA-A70C-0B42F0ED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921" y="3227324"/>
            <a:ext cx="4374158" cy="2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Een kleine moeite. Een belangrijke eerste stap.</a:t>
            </a:r>
          </a:p>
        </p:txBody>
      </p:sp>
      <p:sp>
        <p:nvSpPr>
          <p:cNvPr id="8" name="Hoe groot is jouw risico">
            <a:extLst xmlns:a="http://schemas.openxmlformats.org/drawingml/2006/main">
              <a:ext uri="{FF2B5EF4-FFF2-40B4-BE49-F238E27FC236}">
                <a16:creationId xmlns:a16="http://schemas.microsoft.com/office/drawing/2014/main" id="{C4898C02-09A8-45AF-AA74-C1080A5A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283" y="4090670"/>
            <a:ext cx="4445434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93C5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3C55"/>
                </a:solidFill>
                <a:latin typeface="Arial"/>
                <a:ea typeface="Arial"/>
                <a:cs typeface="Arial"/>
              </a:rPr>
              <a:t>Hoe groot is jouw risico</a:t>
            </a:r>
          </a:p>
        </p:txBody>
      </p:sp>
      <p:sp>
        <p:nvSpPr>
          <p:cNvPr id="9" name="op diabetes type 2?">
            <a:extLst xmlns:a="http://schemas.openxmlformats.org/drawingml/2006/main">
              <a:ext uri="{FF2B5EF4-FFF2-40B4-BE49-F238E27FC236}">
                <a16:creationId xmlns:a16="http://schemas.microsoft.com/office/drawing/2014/main" id="{86F73046-F1B3-475C-A09D-04A486D0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097" y="4560570"/>
            <a:ext cx="3683806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93C5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93C55"/>
                </a:solidFill>
                <a:latin typeface="Arial"/>
                <a:ea typeface="Arial"/>
                <a:cs typeface="Arial"/>
              </a:rPr>
              <a:t>op diabetes type 2?</a:t>
            </a:r>
          </a:p>
        </p:txBody>
      </p:sp>
      <p:sp>
        <p:nvSpPr>
          <p:cNvPr id="10" name="8 korte vragen • Meteen je score">
            <a:extLst xmlns:a="http://schemas.openxmlformats.org/drawingml/2006/main">
              <a:ext uri="{FF2B5EF4-FFF2-40B4-BE49-F238E27FC236}">
                <a16:creationId xmlns:a16="http://schemas.microsoft.com/office/drawing/2014/main" id="{F7961843-9F96-4AA1-80D4-5C01834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118" y="5211191"/>
            <a:ext cx="3805765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093C5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93C55"/>
                </a:solidFill>
                <a:latin typeface="Arial"/>
                <a:ea typeface="Arial"/>
                <a:cs typeface="Arial"/>
              </a:rPr>
              <a:t>8 korte vragen • Meteen je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5B5B4-8689-42D8-B964-63368D76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18200"/>
            <a:ext cx="3276600" cy="32004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EDF8F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B2E52-176F-4F7B-8C32-4F8D3669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900" y="5918200"/>
            <a:ext cx="3276600" cy="32004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EDF8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F362D-AF5F-43D9-85D2-D035DD78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18200"/>
            <a:ext cx="32766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9E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8C5E7-E13E-4A67-882C-7FF1757F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900" y="5918200"/>
            <a:ext cx="32766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9E4"/>
          </a:solidFill>
          <a:ln xmlns:a="http://schemas.openxmlformats.org/drawingml/2006/main" w="0">
            <a:noFill/>
          </a:ln>
        </p:spPr>
      </p:sp>
      <p:sp>
        <p:nvSpPr>
          <p:cNvPr id="15" name="OP PAPIER">
            <a:extLst xmlns:a="http://schemas.openxmlformats.org/drawingml/2006/main">
              <a:ext uri="{FF2B5EF4-FFF2-40B4-BE49-F238E27FC236}">
                <a16:creationId xmlns:a16="http://schemas.microsoft.com/office/drawing/2014/main" id="{FC17184D-8927-425B-ACDD-5EC4758F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64" y="6176391"/>
            <a:ext cx="1441072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093C5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93C55"/>
                </a:solidFill>
                <a:latin typeface="Arial"/>
                <a:ea typeface="Arial"/>
                <a:cs typeface="Arial"/>
              </a:rPr>
              <a:t>OP PAPIER</a:t>
            </a:r>
          </a:p>
        </p:txBody>
      </p:sp>
      <p:sp>
        <p:nvSpPr>
          <p:cNvPr id="16" name="MET JE GSM">
            <a:extLst xmlns:a="http://schemas.openxmlformats.org/drawingml/2006/main">
              <a:ext uri="{FF2B5EF4-FFF2-40B4-BE49-F238E27FC236}">
                <a16:creationId xmlns:a16="http://schemas.microsoft.com/office/drawing/2014/main" id="{7E9A7307-E21A-42E7-9A51-66522AD3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593" y="6176391"/>
            <a:ext cx="1615213" cy="313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00" b="1">
                <a:solidFill>
                  <a:srgbClr val="093C55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093C55"/>
                </a:solidFill>
                <a:latin typeface="Arial"/>
                <a:ea typeface="Arial"/>
                <a:cs typeface="Arial"/>
              </a:rPr>
              <a:t>MET JE GSM</a:t>
            </a:r>
          </a:p>
        </p:txBody>
      </p:sp>
      <p:sp>
        <p:nvSpPr>
          <p:cNvPr id="17" name="Neem hier een folder">
            <a:extLst xmlns:a="http://schemas.openxmlformats.org/drawingml/2006/main">
              <a:ext uri="{FF2B5EF4-FFF2-40B4-BE49-F238E27FC236}">
                <a16:creationId xmlns:a16="http://schemas.microsoft.com/office/drawing/2014/main" id="{AB818A84-6E8A-488F-96BC-36AC6C74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34" y="8258302"/>
            <a:ext cx="238833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93C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3C55"/>
                </a:solidFill>
                <a:latin typeface="Arial"/>
                <a:ea typeface="Arial"/>
                <a:cs typeface="Arial"/>
              </a:rPr>
              <a:t>Neem hier een folder</a:t>
            </a:r>
          </a:p>
        </p:txBody>
      </p:sp>
      <p:sp>
        <p:nvSpPr>
          <p:cNvPr id="18" name="en vul de vragen in.">
            <a:extLst xmlns:a="http://schemas.openxmlformats.org/drawingml/2006/main">
              <a:ext uri="{FF2B5EF4-FFF2-40B4-BE49-F238E27FC236}">
                <a16:creationId xmlns:a16="http://schemas.microsoft.com/office/drawing/2014/main" id="{4A00B473-9767-41FA-9663-CC40C881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09" y="8587613"/>
            <a:ext cx="2011381" cy="280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0">
                <a:solidFill>
                  <a:srgbClr val="093C5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093C55"/>
                </a:solidFill>
                <a:latin typeface="Arial"/>
                <a:ea typeface="Arial"/>
                <a:cs typeface="Arial"/>
              </a:rPr>
              <a:t>en vul de vragen in.</a:t>
            </a:r>
          </a:p>
        </p:txBody>
      </p:sp>
      <p:sp>
        <p:nvSpPr>
          <p:cNvPr id="19" name="Scan de QR-code">
            <a:extLst xmlns:a="http://schemas.openxmlformats.org/drawingml/2006/main">
              <a:ext uri="{FF2B5EF4-FFF2-40B4-BE49-F238E27FC236}">
                <a16:creationId xmlns:a16="http://schemas.microsoft.com/office/drawing/2014/main" id="{9983A887-38E1-412A-99F4-898474E9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321" y="8258302"/>
            <a:ext cx="2019759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93C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3C55"/>
                </a:solidFill>
                <a:latin typeface="Arial"/>
                <a:ea typeface="Arial"/>
                <a:cs typeface="Arial"/>
              </a:rPr>
              <a:t>Scan de QR-code</a:t>
            </a:r>
          </a:p>
        </p:txBody>
      </p:sp>
      <p:sp>
        <p:nvSpPr>
          <p:cNvPr id="20" name="en start de test.">
            <a:extLst xmlns:a="http://schemas.openxmlformats.org/drawingml/2006/main">
              <a:ext uri="{FF2B5EF4-FFF2-40B4-BE49-F238E27FC236}">
                <a16:creationId xmlns:a16="http://schemas.microsoft.com/office/drawing/2014/main" id="{66D8FEAA-A752-47F6-8455-26A1D4E5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646" y="8587613"/>
            <a:ext cx="1615108" cy="280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0">
                <a:solidFill>
                  <a:srgbClr val="093C5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093C55"/>
                </a:solidFill>
                <a:latin typeface="Arial"/>
                <a:ea typeface="Arial"/>
                <a:cs typeface="Arial"/>
              </a:rPr>
              <a:t>en start de test.</a:t>
            </a:r>
          </a:p>
        </p:txBody>
      </p:sp>
      <p:sp>
        <p:nvSpPr>
          <p:cNvPr id="21" name="Hulp nodig? Wij helpen je graag aan de stand.">
            <a:extLst xmlns:a="http://schemas.openxmlformats.org/drawingml/2006/main">
              <a:ext uri="{FF2B5EF4-FFF2-40B4-BE49-F238E27FC236}">
                <a16:creationId xmlns:a16="http://schemas.microsoft.com/office/drawing/2014/main" id="{52A5D2C4-A9A8-4E93-90D4-B8ED271E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413" y="9450324"/>
            <a:ext cx="4575175" cy="264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093C55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93C55"/>
                </a:solidFill>
                <a:latin typeface="Arial"/>
                <a:ea typeface="Arial"/>
                <a:cs typeface="Arial"/>
              </a:rPr>
              <a:t>Hulp nodig? Wij helpen je graag aan de stand.</a:t>
            </a:r>
          </a:p>
        </p:txBody>
      </p:sp>
      <p:sp>
        <p:nvSpPr>
          <p:cNvPr id="22" name="Deze test schat je risico in en stelt geen diagnose.">
            <a:extLst xmlns:a="http://schemas.openxmlformats.org/drawingml/2006/main">
              <a:ext uri="{FF2B5EF4-FFF2-40B4-BE49-F238E27FC236}">
                <a16:creationId xmlns:a16="http://schemas.microsoft.com/office/drawing/2014/main" id="{04A11B3F-040C-48F9-8E64-DEF2E81C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395" y="9864979"/>
            <a:ext cx="323321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093C5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93C55"/>
                </a:solidFill>
                <a:latin typeface="Arial"/>
                <a:ea typeface="Arial"/>
                <a:cs typeface="Arial"/>
              </a:rPr>
              <a:t>Deze test schat je risico in en stelt geen diagnose.</a:t>
            </a:r>
          </a:p>
        </p:txBody>
      </p:sp>
      <p:sp>
        <p:nvSpPr>
          <p:cNvPr id="23" name="www.dlml.be">
            <a:extLst xmlns:a="http://schemas.openxmlformats.org/drawingml/2006/main">
              <a:ext uri="{FF2B5EF4-FFF2-40B4-BE49-F238E27FC236}">
                <a16:creationId xmlns:a16="http://schemas.microsoft.com/office/drawing/2014/main" id="{3AE627A7-283D-491B-BE32-904843D5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970" y="10146157"/>
            <a:ext cx="1136061" cy="214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093C55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93C55"/>
                </a:solidFill>
                <a:latin typeface="Arial"/>
                <a:ea typeface="Arial"/>
                <a:cs typeface="Arial"/>
              </a:rPr>
              <a:t>www.dlml.be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fb6e833af42f7"/>
          <a:stretch xmlns:a="http://schemas.openxmlformats.org/drawingml/2006/main"/>
        </p:blipFill>
        <p:spPr>
          <a:xfrm xmlns:a="http://schemas.openxmlformats.org/drawingml/2006/main">
            <a:off x="1295400" y="6667542"/>
            <a:ext cx="1447800" cy="1320715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c6d7bc95a4257"/>
          <a:stretch xmlns:a="http://schemas.openxmlformats.org/drawingml/2006/main"/>
        </p:blipFill>
        <p:spPr>
          <a:xfrm xmlns:a="http://schemas.openxmlformats.org/drawingml/2006/main">
            <a:off x="4699000" y="6502400"/>
            <a:ext cx="1676400" cy="1676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89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2026-09-25T07:06:52.9000000Z</dcterms:created>
  <dcterms:modified xsi:type="dcterms:W3CDTF">2026-09-25T07:06:52.9000000Z</dcterms:modified>
</coreProperties>
</file>